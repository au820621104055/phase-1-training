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Food Ordering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By Narendra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focuses on developing a food ordering and delivery web application. It connects customers with restaurants, enabling them to browse menus, place orders, make secure payments, and track deliveries in real-time. The system improves customer experience and restaurant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 user-friendly and secure food ordering platform</a:t>
            </a:r>
          </a:p>
          <a:p>
            <a:r>
              <a:t>• Enable real-time restaurant browsing and menu updates</a:t>
            </a:r>
          </a:p>
          <a:p>
            <a:r>
              <a:t>• Streamline order placement and payment processes</a:t>
            </a:r>
          </a:p>
          <a:p>
            <a:r>
              <a:t>• Provide efficient order tracking and delivery management</a:t>
            </a:r>
          </a:p>
          <a:p>
            <a:r>
              <a:t>• Enhance restaurant operations with admin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• Angular</a:t>
            </a:r>
          </a:p>
          <a:p>
            <a:r>
              <a:t>• HTML5, CSS3</a:t>
            </a:r>
          </a:p>
          <a:p>
            <a:r>
              <a:t>• Bootstrap/Tailwind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Backend:</a:t>
            </a:r>
          </a:p>
          <a:p>
            <a:r>
              <a:t>• ASP.NET Core (Repository Pattern)</a:t>
            </a:r>
          </a:p>
          <a:p>
            <a:r>
              <a:t>• Entity Framework Core</a:t>
            </a:r>
          </a:p>
          <a:p>
            <a:r>
              <a:t>• Role-based JWT Authentication</a:t>
            </a:r>
          </a:p>
          <a:p/>
          <a:p>
            <a:r>
              <a:t>Database:</a:t>
            </a:r>
          </a:p>
          <a:p>
            <a:r>
              <a:t>• SQL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Module</a:t>
            </a:r>
          </a:p>
          <a:p>
            <a:r>
              <a:t>2. Restaurant Module</a:t>
            </a:r>
          </a:p>
          <a:p>
            <a:r>
              <a:t>3. Delivery Staff Module</a:t>
            </a:r>
          </a:p>
          <a:p>
            <a:r>
              <a:t>4. Admin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Registration &amp; Login</a:t>
            </a:r>
          </a:p>
          <a:p>
            <a:r>
              <a:t>2. Browsing Restaurants &amp; Menus</a:t>
            </a:r>
          </a:p>
          <a:p>
            <a:r>
              <a:t>3. Order Placement &amp; Payment</a:t>
            </a:r>
          </a:p>
          <a:p>
            <a:r>
              <a:t>4. Order Processing by Restaurants</a:t>
            </a:r>
          </a:p>
          <a:p>
            <a:r>
              <a:t>5. Delivery Staff Assignment &amp; Updates</a:t>
            </a:r>
          </a:p>
          <a:p>
            <a:r>
              <a:t>6. Admin Monitoring &amp; User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 Relationship Diagram representing database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&amp; Register</a:t>
            </a:r>
          </a:p>
          <a:p>
            <a:r>
              <a:t>• Home &amp; Dashboard</a:t>
            </a:r>
          </a:p>
          <a:p>
            <a:r>
              <a:t>• Restaurant List &amp; Menu</a:t>
            </a:r>
          </a:p>
          <a:p>
            <a:r>
              <a:t>• Cart &amp; Payment</a:t>
            </a:r>
          </a:p>
          <a:p>
            <a:r>
              <a:t>• Restaurant &amp; Delivery Staff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Food Ordering Application provides an efficient platform for customers, restaurants, and delivery staff. It ensures secure transactions, real-time updates, and better management of food services, making the system scalable and user-friendly.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